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Vector Embedding for Capability Composition</a:t>
            </a:r>
          </a:p>
          <a:p>
            <a:pPr algn="ctr">
              <a:defRPr sz="2200"/>
            </a:pPr>
            <a:r>
              <a:t>PCCST503 Assignment 2 – Structured Capability Embedding (SCE)</a:t>
            </a:r>
          </a:p>
          <a:p>
            <a:pPr algn="ctr">
              <a:defRPr sz="1800"/>
            </a:pPr>
            <a:r>
              <a:t>C++17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Represent formally specified states, goals and executable capabilities as vectors.</a:t>
            </a:r>
          </a:p>
          <a:p>
            <a:pPr>
              <a:spcAft>
                <a:spcPts val="1000"/>
              </a:spcAft>
              <a:defRPr sz="2000"/>
            </a:pPr>
            <a:r>
              <a:t>Preserve functional relationships required for compatibility and composition.</a:t>
            </a:r>
          </a:p>
          <a:p>
            <a:pPr>
              <a:spcAft>
                <a:spcPts val="1000"/>
              </a:spcAft>
              <a:defRPr sz="2000"/>
            </a:pPr>
            <a:r>
              <a:t>Planning/replanning algorithms from Assignment 1 are outside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SCE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64-dimensional deterministic vector.</a:t>
            </a:r>
          </a:p>
          <a:p>
            <a:pPr>
              <a:spcAft>
                <a:spcPts val="1000"/>
              </a:spcAft>
              <a:defRPr sz="2000"/>
            </a:pPr>
            <a:r>
              <a:t>Hashed symbolic fields: type, mechanism, inputs, outputs, preconditions, effects, constraints and resources.</a:t>
            </a:r>
          </a:p>
          <a:p>
            <a:pPr>
              <a:spcAft>
                <a:spcPts val="1000"/>
              </a:spcAft>
              <a:defRPr sz="2000"/>
            </a:pPr>
            <a:r>
              <a:t>8 explicit operational dimensions: time, resource cost, money cost, risk, reliability, availability, input count and output count.</a:t>
            </a:r>
          </a:p>
          <a:p>
            <a:pPr>
              <a:spcAft>
                <a:spcPts val="1000"/>
              </a:spcAft>
              <a:defRPr sz="2000"/>
            </a:pPr>
            <a:r>
              <a:t>L2 normalization + cosine similarity.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Compatibility is Directional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CreateOrder → MakePayment: compatibility 0.850 → compatible.</a:t>
            </a:r>
          </a:p>
          <a:p>
            <a:pPr>
              <a:spcAft>
                <a:spcPts val="1000"/>
              </a:spcAft>
              <a:defRPr sz="2000"/>
            </a:pPr>
            <a:r>
              <a:t>CreateOrder → CancelCart: compatibility 0.000 → incompatible.</a:t>
            </a:r>
          </a:p>
          <a:p>
            <a:pPr>
              <a:spcAft>
                <a:spcPts val="1000"/>
              </a:spcAft>
              <a:defRPr sz="2000"/>
            </a:pPr>
            <a:r>
              <a:t>Cosine similarity is reported separately; it is not the composability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Three-Step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CreateOrder → MakePayment → SendNotification.</a:t>
            </a:r>
          </a:p>
          <a:p>
            <a:pPr>
              <a:spcAft>
                <a:spcPts val="1000"/>
              </a:spcAft>
              <a:defRPr sz="2000"/>
            </a:pPr>
            <a:r>
              <a:t>Chain validity: VALID.</a:t>
            </a:r>
          </a:p>
          <a:p>
            <a:pPr>
              <a:spcAft>
                <a:spcPts val="1000"/>
              </a:spcAft>
              <a:defRPr sz="2000"/>
            </a:pPr>
            <a:r>
              <a:t>Composite similarities: 0.643 / 0.546 / 0.340 to the three atomic capabilities.</a:t>
            </a:r>
          </a:p>
          <a:p>
            <a:pPr>
              <a:spcAft>
                <a:spcPts val="1000"/>
              </a:spcAft>
              <a:defRPr sz="2000"/>
            </a:pPr>
            <a:r>
              <a:t>Composite goal relevance: 1.000.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Alternative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CreateOrder(API) vs CreateOrderDB cosine: 0.831.</a:t>
            </a:r>
          </a:p>
          <a:p>
            <a:pPr>
              <a:spcAft>
                <a:spcPts val="1000"/>
              </a:spcAft>
              <a:defRPr sz="2000"/>
            </a:pPr>
            <a:r>
              <a:t>CreateOrder(API) vs CreateOrderGUI cosine: 0.817.</a:t>
            </a:r>
          </a:p>
          <a:p>
            <a:pPr>
              <a:spcAft>
                <a:spcPts val="1000"/>
              </a:spcAft>
              <a:defRPr sz="2000"/>
            </a:pPr>
            <a:r>
              <a:t>Shared functional fields keep them close; mechanism and operational fields keep them distinct.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Irrelevant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CreateOrder goal relevance: 0.333.</a:t>
            </a:r>
          </a:p>
          <a:p>
            <a:pPr>
              <a:spcAft>
                <a:spcPts val="1000"/>
              </a:spcAft>
              <a:defRPr sz="2000"/>
            </a:pPr>
            <a:r>
              <a:t>UpdateProfile goal relevance: 0.000.</a:t>
            </a:r>
          </a:p>
          <a:p>
            <a:pPr>
              <a:spcAft>
                <a:spcPts val="1000"/>
              </a:spcAft>
              <a:defRPr sz="2000"/>
            </a:pPr>
            <a:r>
              <a:t>CreateOrder vs UpdateProfile cosine: 0.163.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Operational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CreateOrder: 100 ms, risk 0.05, reliability 0.99, available.</a:t>
            </a:r>
          </a:p>
          <a:p>
            <a:pPr>
              <a:spcAft>
                <a:spcPts val="1000"/>
              </a:spcAft>
              <a:defRPr sz="2000"/>
            </a:pPr>
            <a:r>
              <a:t>CreateOrderGUI: 350 ms, risk 0.12, reliability 0.94, available.</a:t>
            </a:r>
          </a:p>
          <a:p>
            <a:pPr>
              <a:spcAft>
                <a:spcPts val="1000"/>
              </a:spcAft>
              <a:defRPr sz="2000"/>
            </a:pPr>
            <a:r>
              <a:t>Degraded CreateOrder: 500 ms, risk 0.50, reliability 0.70, unavailable.</a:t>
            </a:r>
          </a:p>
          <a:p>
            <a:pPr>
              <a:spcAft>
                <a:spcPts val="1000"/>
              </a:spcAft>
              <a:defRPr sz="2000"/>
            </a:pPr>
            <a:r>
              <a:t>Original vs degraded cosine: 0.972.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State and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Initial state and goal use a common condition vocabulary.</a:t>
            </a:r>
          </a:p>
          <a:p>
            <a:pPr>
              <a:spcAft>
                <a:spcPts val="1000"/>
              </a:spcAft>
              <a:defRPr sz="2000"/>
            </a:pPr>
            <a:r>
              <a:t>Initial state vs goal cosine: 0.185.</a:t>
            </a:r>
          </a:p>
          <a:p>
            <a:pPr>
              <a:spcAft>
                <a:spcPts val="1000"/>
              </a:spcAft>
              <a:defRPr sz="2000"/>
            </a:pPr>
            <a:r>
              <a:t>The common space allows comparison without claiming that state and goal are identical.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Compile: g++ -std=c++17 -O2 -Wall -Wextra SCE_Capability_Embedding.cpp -o capability_embedding</a:t>
            </a:r>
          </a:p>
          <a:p>
            <a:pPr>
              <a:spcAft>
                <a:spcPts val="1000"/>
              </a:spcAft>
              <a:defRPr sz="2000"/>
            </a:pPr>
            <a:r>
              <a:t>Run: ./capability_embedding</a:t>
            </a:r>
          </a:p>
          <a:p>
            <a:pPr>
              <a:spcAft>
                <a:spcPts val="1000"/>
              </a:spcAft>
              <a:defRPr sz="2000"/>
            </a:pPr>
            <a:r>
              <a:t>Show vectors, compatibility, composition, alternative implementations, irrelevance and operational tests.</a:t>
            </a:r>
          </a:p>
          <a:p>
            <a:pPr>
              <a:spcAft>
                <a:spcPts val="1000"/>
              </a:spcAft>
              <a:defRPr sz="2000"/>
            </a:pPr>
            <a:r>
              <a:t>Use the User Manual for the step-by-step procedure.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Compatible and incompatible capabilities are separated.</a:t>
            </a:r>
          </a:p>
          <a:p>
            <a:pPr>
              <a:spcAft>
                <a:spcPts val="1000"/>
              </a:spcAft>
              <a:defRPr sz="2000"/>
            </a:pPr>
            <a:r>
              <a:t>Atomic capabilities can be represented as a composite capability.</a:t>
            </a:r>
          </a:p>
          <a:p>
            <a:pPr>
              <a:spcAft>
                <a:spcPts val="1000"/>
              </a:spcAft>
              <a:defRPr sz="2000"/>
            </a:pPr>
            <a:r>
              <a:t>Alternative implementations remain functionally related but distinct.</a:t>
            </a:r>
          </a:p>
          <a:p>
            <a:pPr>
              <a:spcAft>
                <a:spcPts val="1000"/>
              </a:spcAft>
              <a:defRPr sz="2000"/>
            </a:pPr>
            <a:r>
              <a:t>Goal relevance, operational attributes and deterministic encoding are demonstrated.</a:t>
            </a:r>
          </a:p>
          <a:p>
            <a:pPr>
              <a:spcAft>
                <a:spcPts val="1000"/>
              </a:spcAft>
              <a:defRPr sz="2000"/>
            </a:pPr>
            <a:r>
              <a:t>Prototype result: SCE is suitable as a compact, explainable capability-composition representation.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Console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CreateOrder -&gt; MakePayment compatibility: 0.850 (compatible)</a:t>
            </a:r>
            <a:br/>
            <a:r>
              <a:t>CreateOrder -&gt; CancelCart compatibility: 0.000 (incompatible)</a:t>
            </a:r>
            <a:br/>
            <a:br/>
            <a:r>
              <a:t>Chain validity: VALID</a:t>
            </a:r>
            <a:br/>
            <a:r>
              <a:t>Composite goal relevance: 1.000</a:t>
            </a:r>
            <a:br/>
            <a:br/>
            <a:r>
              <a:t>API CreateOrder vs DB CreateOrder cosine: 0.831</a:t>
            </a:r>
            <a:br/>
            <a:r>
              <a:t>API CreateOrder vs GUI CreateOrder cosine: 0.817</a:t>
            </a:r>
            <a:br/>
            <a:br/>
            <a:r>
              <a:t>UpdateProfile goal relevance: 0.000</a:t>
            </a:r>
            <a:br/>
            <a:r>
              <a:t>Initial state vs goal cosine: 0.185</a:t>
            </a:r>
            <a:br/>
            <a:r>
              <a:t>Repeated CreateOrder encoding cosine: 1.000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